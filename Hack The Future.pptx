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0" r:id="rId2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5482B"/>
    <a:srgbClr val="C75806"/>
    <a:srgbClr val="00499F"/>
    <a:srgbClr val="0CC1E0"/>
    <a:srgbClr val="1B00FE"/>
    <a:srgbClr val="4F2129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25" autoAdjust="0"/>
    <p:restoredTop sz="94648" autoAdjust="0"/>
  </p:normalViewPr>
  <p:slideViewPr>
    <p:cSldViewPr>
      <p:cViewPr>
        <p:scale>
          <a:sx n="100" d="100"/>
          <a:sy n="100" d="100"/>
        </p:scale>
        <p:origin x="616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AF75AF8C-A89B-0BC0-A39A-425B9D398E8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AFE2ADF0-BB30-4542-4BDF-05D1699F732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D643A91-0800-EA8A-AF9F-9C4C76C3061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5FA3BEC7-3689-C456-17F3-A9A7CFD595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noProof="0"/>
              <a:t>Click to edit Master text styles</a:t>
            </a:r>
          </a:p>
          <a:p>
            <a:pPr lvl="1"/>
            <a:r>
              <a:rPr lang="ru-RU" altLang="ru-RU" noProof="0"/>
              <a:t>Second level</a:t>
            </a:r>
          </a:p>
          <a:p>
            <a:pPr lvl="2"/>
            <a:r>
              <a:rPr lang="ru-RU" altLang="ru-RU" noProof="0"/>
              <a:t>Third level</a:t>
            </a:r>
          </a:p>
          <a:p>
            <a:pPr lvl="3"/>
            <a:r>
              <a:rPr lang="ru-RU" altLang="ru-RU" noProof="0"/>
              <a:t>Fourth level</a:t>
            </a:r>
          </a:p>
          <a:p>
            <a:pPr lvl="4"/>
            <a:r>
              <a:rPr lang="ru-RU" altLang="ru-RU" noProof="0"/>
              <a:t>Fifth level</a:t>
            </a: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9F697FF2-794E-B0B1-B7E8-9233A2C38F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ru-RU" altLang="ru-RU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54E88511-BBB9-8B09-A8E9-9A2E256820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66FCB499-6ACE-4F4A-9AF5-03018481DE86}" type="slidenum">
              <a:rPr lang="ru-RU" altLang="ru-RU"/>
              <a:pPr/>
              <a:t>‹nr.›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19250" y="2997200"/>
            <a:ext cx="5905500" cy="1511300"/>
          </a:xfrm>
          <a:ln>
            <a:noFill/>
          </a:ln>
          <a:effectLst/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l-NL" altLang="ru-RU" noProof="0"/>
              <a:t>Klik om stijl te bewerken</a:t>
            </a:r>
            <a:endParaRPr lang="ru-RU" altLang="ru-RU" noProof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19250" y="4581525"/>
            <a:ext cx="5905500" cy="503238"/>
          </a:xfrm>
          <a:ln>
            <a:noFill/>
          </a:ln>
          <a:effectLst/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nl-NL" altLang="ru-RU" noProof="0"/>
              <a:t>Klikken om de ondertitelstijl van het model te bewerken</a:t>
            </a:r>
            <a:endParaRPr lang="ru-RU" altLang="ru-RU" noProof="0"/>
          </a:p>
        </p:txBody>
      </p:sp>
    </p:spTree>
    <p:extLst>
      <p:ext uri="{BB962C8B-B14F-4D97-AF65-F5344CB8AC3E}">
        <p14:creationId xmlns:p14="http://schemas.microsoft.com/office/powerpoint/2010/main" val="567009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91479B4-5851-AB8D-1BFA-F452D6A3A0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45386-758E-4BEC-91A4-FDD9447A21A5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A22AE7F-E1A4-830D-E4BD-3D6D81060B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BE79E46-41FB-331C-B0B3-75F973C381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23E70C-1677-4F8E-BD79-D0DB3C4ABE28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312655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8BA6F58-90A5-D67B-325D-5E3D4DC7F2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BC26F-0C88-4E89-809F-1E2670D370EB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0FD1EF7-A1A3-D2A3-EDD8-70036784F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1BD4B6E-76A2-A7D2-FFD8-D345D87FB4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EB973E-EEFF-4B2B-A15A-1FB0CCA60191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0366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3" y="1844675"/>
            <a:ext cx="4027487" cy="3889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44675"/>
            <a:ext cx="4027488" cy="3889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F4EF024-3A28-D2B4-9EA4-3CBA838D5E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1A60E6-1ED3-4866-AE8E-0AD52AC71107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0F011F53-159A-22DA-1F24-2DB99D2C4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598B7A1-2314-7286-2A41-18295D742E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045EA2-653C-40C6-8570-824BC5D727D5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137814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85D1F03-2417-1211-49AC-A15DEB0C93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C0D09C-5ECD-47A4-81EA-D414505E69A0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6DFAB66-C616-DDD1-FD02-E8E6432B11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DC863577-C90B-DBC8-32CB-9B5E940B7F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8AA08F-FECC-4229-A93C-358A6A5B3F73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880753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6AEAF23-9D71-D5E0-4EE7-C11855A19B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B1128B-CB5A-401E-AD89-205662BDD1F4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1F18CDF2-FFA7-0197-242D-D536957E6F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5C8643E-D471-2DD4-B02D-BE3A42757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7151A7-4AE3-4F8C-945A-AA1C1B06CBEF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54460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7082E277-D886-444D-91D8-5801F67278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599922-0D4D-47CD-B016-8DD1F6F5D95C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82B8782-0456-751C-488F-07315DF34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82867A9B-267F-675D-2790-A773256103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E2BF38-A90B-4AA0-8701-4D3D5BDC3A85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84838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84C63F79-D228-218F-76FF-1685FDD4C4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69DE8C-6AF4-4E09-82CF-9F2A34CD0B19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C7AC88-9077-39BD-1362-5AB3B2FC5D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2E374A6-3C36-9BAE-45BA-10950802C5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F76AB-0E0D-4031-84C2-71EE3A7BAB8A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1614986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/>
              <a:t>Klik op het pictogram als u een afbeelding wilt toevoegen</a:t>
            </a:r>
            <a:endParaRPr lang="ru-R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24193D5-C4D8-13D3-D526-1F6C48139C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D95A0-8D49-45B2-8C98-A53BBCB06F70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682A3A0-47E3-BDD5-684B-1E8995C2C2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92F608E-9DC9-D76C-63C1-E2E7A6A054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C78CD2-C751-4BF2-A5F2-83AEAF6EEF99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742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A3926F1-AEB3-1017-F548-741BA18D6E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F44FB1-77B4-40B7-864D-6EE0977A1C59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C96C749-B1D9-A6F7-D599-6AB3E9715F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AD76302-C3E9-731F-4FA0-78E945CD0D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938E0-154A-4FBA-BD69-0656673D9F37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216921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4638" y="260350"/>
            <a:ext cx="2051050" cy="5473700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3" y="260350"/>
            <a:ext cx="6003925" cy="5473700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ru-RU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684168C-019A-750E-F5E6-C85D962FC6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B1CEB-90B3-4E82-A214-1772F9C42BAD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71AE551D-AE81-F51F-9B30-7CA95DD5BB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CCB5F72-04DF-B145-5FC9-16F7D09311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671A4-31A2-41F8-AA95-5318DEFE1EB2}" type="slidenum">
              <a:rPr lang="en-GB" altLang="ru-RU"/>
              <a:pPr/>
              <a:t>‹nr.›</a:t>
            </a:fld>
            <a:endParaRPr lang="en-GB" altLang="ru-RU"/>
          </a:p>
        </p:txBody>
      </p:sp>
    </p:spTree>
    <p:extLst>
      <p:ext uri="{BB962C8B-B14F-4D97-AF65-F5344CB8AC3E}">
        <p14:creationId xmlns:p14="http://schemas.microsoft.com/office/powerpoint/2010/main" val="27717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4ADA25-08A8-A377-02F8-6BAB271967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1B998D-3FA1-4081-90B1-9B1AFC321AAD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15A72D-F52D-2018-AC63-D75417042C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98D164-5B53-A012-A498-2FC788811D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69C382-89A5-4F1D-A094-FB2339CE705C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2125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977DC4-57C2-F8E5-7F1F-CF2E794F5E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D72D6-4E23-4217-BC82-AA59977A39AA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131FF5-3DB0-D019-9199-FF29BC0D20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DA527A9-C262-5CD1-4C80-427B5FD77A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6BF2DB-21F1-4B5D-827A-4C69532AE067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852303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85B948-5B33-2335-FD3A-6761535588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49850-CB07-466A-A8F1-958B2B9FD7C9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585DC60-64E6-90FF-18AF-3933AF84D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560B84B-C3FC-9BD3-392E-56F92F3BEE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BC2B4C-AC0B-48C6-AC38-B175F6B4FA16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6520423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8175" y="1600200"/>
            <a:ext cx="331311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3688" y="1600200"/>
            <a:ext cx="331311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3B8C28-F04A-3313-3132-612E34C9C3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9611A-5A81-43AC-A4DB-702CFAC966C6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D11AEE-A3DF-1530-DD0C-EC64C0A6E5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16491F-DEF9-7C42-26A9-6664CEC28D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00EFC3-D78F-45F2-97C4-E5FF99BC83B1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999983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D5B532E-3289-787D-0EF0-801562017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EF878-2F6E-4493-8909-C150610A8429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8F6D27-B2A6-4E74-E162-6809F79D20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55CF59C-5CCB-6C89-2BFD-F52AD761E4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B2492E-B4B9-43F6-812C-69D529F1EBE7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1924752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C67C640-EB3D-EF42-A6E0-22C035D82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426450-643A-45F4-A620-C7D39507FF56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A47B38-4274-924F-BD0D-5B407BA3E0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8E9EF60-5D4B-F765-508C-DAC77EE5A6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111120-504B-4228-B7A7-D2888AE0C9FA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7079774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2B71087-91B6-0940-F0E2-21AECF0B6F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00F1F-E155-4FB1-AC4B-BFEF1FE32112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23D8DB4-C454-777E-C8F8-8A4D3F70BA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3D192E8-F58A-D2E0-D0D8-EFA31EEA3C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BC6173-491E-4B8A-84CD-EF9C0B5622E2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423268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620C32-DE36-2104-4787-DD5B1A54FE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489C4-32D2-4FFD-81EE-085B1100868E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40AA84-CF86-31EE-8F0C-D5DC1551B7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6766C4-1C33-C318-CF94-E98C0A258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415F2A-B939-4920-8D30-51BB65570A01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9634316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F46CC0-A490-279B-6B4E-5FEBA51CC4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19387-B548-4439-B5DD-CAAD716EE705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6EA59-5A68-2E1C-A858-9FEEC27BB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A6538-C242-B333-BD8D-F91E99C0E1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B4CD19-6C9A-4B22-99D8-89350D66D1CC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102076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482FC3B-62EA-1532-343F-B658B7C676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335F95-DDC1-43F4-B0FE-D41B25C38BFB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F6B8D7-638B-853C-4448-1F77F59A43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BCC819-0480-83E4-FDD5-A9BF14D669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E9B881-5679-4658-A425-5D9D488D36B7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783127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2938" y="260350"/>
            <a:ext cx="1693862" cy="58658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8175" y="260350"/>
            <a:ext cx="4932363" cy="58658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3D4B13-8033-308A-6B30-5E74740EDC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F7266D-74C2-4A9D-9E37-731FDBA8B09B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560B9D-C78B-CDC9-969C-D1D0C2E289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7CC918-246B-40EB-2C7D-FDB3A6732C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CDE9E5-CBC6-42B9-A26A-D8245E44D7DB}" type="slidenum">
              <a:rPr lang="ru-RU" altLang="ru-RU"/>
              <a:pPr/>
              <a:t>‹nr.›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93478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588168F-E319-6446-0971-478985862F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207375" cy="115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ru-RU"/>
              <a:t>Klik om stijl te bewerken</a:t>
            </a:r>
            <a:endParaRPr lang="ru-RU" altLang="ru-RU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C0B2CA-4693-93C2-AE81-15CE65667F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844675"/>
            <a:ext cx="8207375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ru-RU"/>
              <a:t>Klikken om de tekststijl van het model te bewerken</a:t>
            </a:r>
          </a:p>
          <a:p>
            <a:pPr lvl="1"/>
            <a:r>
              <a:rPr lang="nl-NL" altLang="ru-RU"/>
              <a:t>Tweede niveau</a:t>
            </a:r>
          </a:p>
          <a:p>
            <a:pPr lvl="2"/>
            <a:r>
              <a:rPr lang="nl-NL" altLang="ru-RU"/>
              <a:t>Derde niveau</a:t>
            </a:r>
          </a:p>
          <a:p>
            <a:pPr lvl="3"/>
            <a:r>
              <a:rPr lang="nl-NL" altLang="ru-RU"/>
              <a:t>Vierde niveau</a:t>
            </a:r>
          </a:p>
          <a:p>
            <a:pPr lvl="4"/>
            <a:r>
              <a:rPr lang="nl-NL" altLang="ru-RU"/>
              <a:t>Vijfde niveau</a:t>
            </a:r>
            <a:endParaRPr lang="ru-RU" altLang="ru-RU"/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0134A9F1-AE73-5C27-2EA0-B655278675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900" b="0" smtClean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D673A994-D18E-4E5A-956C-47A4231EC8F4}" type="datetime1">
              <a:rPr lang="en-US" altLang="ru-RU"/>
              <a:pPr>
                <a:defRPr/>
              </a:pPr>
              <a:t>11/12/2025</a:t>
            </a:fld>
            <a:endParaRPr lang="en-GB" altLang="ru-RU"/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C8AB5E59-6587-F050-C798-66F55A9CB9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 altLang="ru-RU"/>
              <a:t>Designed by PoweredTemplate.com</a:t>
            </a:r>
          </a:p>
        </p:txBody>
      </p:sp>
      <p:sp>
        <p:nvSpPr>
          <p:cNvPr id="1037" name="Rectangle 13">
            <a:extLst>
              <a:ext uri="{FF2B5EF4-FFF2-40B4-BE49-F238E27FC236}">
                <a16:creationId xmlns:a16="http://schemas.microsoft.com/office/drawing/2014/main" id="{21F7CFC8-BD7C-CF29-0006-C5F0849F27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900" b="0">
                <a:latin typeface="Calibri" panose="020F0502020204030204" pitchFamily="34" charset="0"/>
              </a:defRPr>
            </a:lvl1pPr>
          </a:lstStyle>
          <a:p>
            <a:fld id="{A53E520E-0440-4FBC-AF06-337481F33F73}" type="slidenum">
              <a:rPr lang="en-GB" altLang="ru-RU"/>
              <a:pPr/>
              <a:t>‹nr.›</a:t>
            </a:fld>
            <a:endParaRPr lang="en-GB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Calibri" panose="020F050202020403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BA2D022-1DC8-0710-E268-CDD0A2BEB8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08175" y="260350"/>
            <a:ext cx="67675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776C0B3-9EBB-AB3D-5A2B-438D72B03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08175" y="1600200"/>
            <a:ext cx="67786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Click to edit Master text styles</a:t>
            </a:r>
          </a:p>
          <a:p>
            <a:pPr lvl="1"/>
            <a:r>
              <a:rPr lang="ru-RU" altLang="ru-RU"/>
              <a:t>Second level</a:t>
            </a:r>
          </a:p>
          <a:p>
            <a:pPr lvl="2"/>
            <a:r>
              <a:rPr lang="ru-RU" altLang="ru-RU"/>
              <a:t>Third level</a:t>
            </a:r>
          </a:p>
          <a:p>
            <a:pPr lvl="3"/>
            <a:r>
              <a:rPr lang="ru-RU" altLang="ru-RU"/>
              <a:t>Fourth level</a:t>
            </a:r>
          </a:p>
          <a:p>
            <a:pPr lvl="4"/>
            <a:r>
              <a:rPr lang="ru-RU" altLang="ru-RU"/>
              <a:t>Fifth level</a:t>
            </a:r>
          </a:p>
        </p:txBody>
      </p:sp>
      <p:sp>
        <p:nvSpPr>
          <p:cNvPr id="190468" name="Rectangle 4">
            <a:extLst>
              <a:ext uri="{FF2B5EF4-FFF2-40B4-BE49-F238E27FC236}">
                <a16:creationId xmlns:a16="http://schemas.microsoft.com/office/drawing/2014/main" id="{EA16663A-E5DC-69D0-3EEA-6DD691C80A6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900" b="0" smtClean="0">
                <a:solidFill>
                  <a:srgbClr val="1C1C1C"/>
                </a:solidFill>
                <a:latin typeface="+mn-lt"/>
              </a:defRPr>
            </a:lvl1pPr>
          </a:lstStyle>
          <a:p>
            <a:pPr>
              <a:defRPr/>
            </a:pPr>
            <a:fld id="{85AFF53B-76D8-4893-BC56-5747B04E8C45}" type="datetime1">
              <a:rPr lang="en-US" altLang="ru-RU"/>
              <a:pPr>
                <a:defRPr/>
              </a:pPr>
              <a:t>11/12/2025</a:t>
            </a:fld>
            <a:endParaRPr lang="ru-RU" altLang="ru-RU"/>
          </a:p>
        </p:txBody>
      </p:sp>
      <p:sp>
        <p:nvSpPr>
          <p:cNvPr id="190469" name="Rectangle 5">
            <a:extLst>
              <a:ext uri="{FF2B5EF4-FFF2-40B4-BE49-F238E27FC236}">
                <a16:creationId xmlns:a16="http://schemas.microsoft.com/office/drawing/2014/main" id="{356A45CB-7795-261E-ED87-6A708CC19CB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900" b="0">
                <a:solidFill>
                  <a:srgbClr val="1C1C1C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altLang="ru-RU"/>
              <a:t>Designed by PoweredTemplate.com</a:t>
            </a:r>
            <a:endParaRPr lang="ru-RU" altLang="ru-RU"/>
          </a:p>
        </p:txBody>
      </p:sp>
      <p:sp>
        <p:nvSpPr>
          <p:cNvPr id="190470" name="Rectangle 6">
            <a:extLst>
              <a:ext uri="{FF2B5EF4-FFF2-40B4-BE49-F238E27FC236}">
                <a16:creationId xmlns:a16="http://schemas.microsoft.com/office/drawing/2014/main" id="{2804E76F-BD70-88D6-1E9B-73BF3EFDC0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53188"/>
            <a:ext cx="21336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900" b="0">
                <a:solidFill>
                  <a:srgbClr val="1C1C1C"/>
                </a:solidFill>
                <a:latin typeface="Calibri" panose="020F0502020204030204" pitchFamily="34" charset="0"/>
              </a:defRPr>
            </a:lvl1pPr>
          </a:lstStyle>
          <a:p>
            <a:fld id="{00FB77F8-5966-404B-9ABC-4CCF09F358A6}" type="slidenum">
              <a:rPr lang="ru-RU" altLang="ru-RU"/>
              <a:pPr/>
              <a:t>‹nr.›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Calibri" panose="020F0502020204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Calibri" panose="020F0502020204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Calibri" panose="020F0502020204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601010"/>
          </a:solidFill>
          <a:latin typeface="Georgi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1C1C1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1C1C1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1C1C1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1C1C1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1C1C1C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2">
            <a:extLst>
              <a:ext uri="{FF2B5EF4-FFF2-40B4-BE49-F238E27FC236}">
                <a16:creationId xmlns:a16="http://schemas.microsoft.com/office/drawing/2014/main" id="{770211C2-84E3-DE0E-EEB2-47587FB038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79512" y="4636559"/>
            <a:ext cx="8122131" cy="960044"/>
          </a:xfrm>
        </p:spPr>
        <p:txBody>
          <a:bodyPr anchor="b"/>
          <a:lstStyle/>
          <a:p>
            <a:pPr algn="l"/>
            <a:r>
              <a:rPr lang="en-GB" altLang="ru-RU" sz="6000" dirty="0">
                <a:ea typeface="Roboto" panose="020F0502020204030204" pitchFamily="2" charset="0"/>
                <a:cs typeface="Arial" panose="020B0604020202020204" pitchFamily="34" charset="0"/>
              </a:rPr>
              <a:t>Hack The Future</a:t>
            </a:r>
            <a:endParaRPr lang="en-US" altLang="ru-RU" sz="6000" dirty="0">
              <a:ea typeface="Roboto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34830" name="Rectangle 14">
            <a:extLst>
              <a:ext uri="{FF2B5EF4-FFF2-40B4-BE49-F238E27FC236}">
                <a16:creationId xmlns:a16="http://schemas.microsoft.com/office/drawing/2014/main" id="{A764BAB4-BF29-45BB-A269-0179DB4C2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948363"/>
            <a:ext cx="467995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2000">
                <a:solidFill>
                  <a:srgbClr val="601010"/>
                </a:solidFill>
                <a:latin typeface="Georgia" pitchFamily="18" charset="0"/>
              </a:defRPr>
            </a:lvl1pPr>
            <a:lvl2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2pPr>
            <a:lvl3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rgbClr val="1C1C1C"/>
                </a:solidFill>
                <a:latin typeface="Georgia" pitchFamily="18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rgbClr val="1C1C1C"/>
                </a:solidFill>
                <a:latin typeface="Georgia" pitchFamily="18" charset="0"/>
              </a:defRPr>
            </a:lvl9pPr>
          </a:lstStyle>
          <a:p>
            <a:pPr algn="l" eaLnBrk="1" hangingPunct="1">
              <a:defRPr/>
            </a:pPr>
            <a:r>
              <a:rPr lang="en-US" altLang="ru-RU" sz="1800" b="0" dirty="0">
                <a:solidFill>
                  <a:schemeClr val="tx2"/>
                </a:solidFill>
                <a:latin typeface="+mn-lt"/>
                <a:ea typeface="Roboto light" pitchFamily="2" charset="0"/>
                <a:cs typeface="Arial" panose="020B0604020202020204" pitchFamily="34" charset="0"/>
              </a:rPr>
              <a:t>Noah Ryde &amp; Levent Govaerts</a:t>
            </a:r>
            <a:endParaRPr lang="uk-UA" altLang="ru-RU" sz="1800" b="0" dirty="0">
              <a:solidFill>
                <a:schemeClr val="tx2"/>
              </a:solidFill>
              <a:latin typeface="+mn-lt"/>
              <a:ea typeface="Roboto light" pitchFamily="2" charset="0"/>
              <a:cs typeface="Arial" panose="020B0604020202020204" pitchFamily="34" charset="0"/>
            </a:endParaRP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19B66823-4231-8539-4B99-BFBE58287F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036" y="5373216"/>
            <a:ext cx="4679950" cy="71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anose="020F0502020204030204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anose="020F0502020204030204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anose="020F0502020204030204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Calibri" panose="020F0502020204030204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>
                <a:solidFill>
                  <a:srgbClr val="601010"/>
                </a:solidFill>
                <a:latin typeface="Georgia" pitchFamily="18" charset="0"/>
              </a:defRPr>
            </a:lvl9pPr>
          </a:lstStyle>
          <a:p>
            <a:pPr algn="l"/>
            <a:r>
              <a:rPr lang="en-GB" altLang="ru-RU" sz="3900" b="0" kern="0" dirty="0">
                <a:ea typeface="Roboto" panose="020F0502020204030204" pitchFamily="2" charset="0"/>
                <a:cs typeface="Arial" panose="020B0604020202020204" pitchFamily="34" charset="0"/>
              </a:rPr>
              <a:t>Hydra</a:t>
            </a:r>
            <a:endParaRPr lang="en-US" altLang="ru-RU" sz="3900" b="0" kern="0" dirty="0">
              <a:ea typeface="Roboto" panose="020F0502020204030204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A866DCDC-C77E-792A-97EC-E40FC98E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Ervaring</a:t>
            </a:r>
            <a:endParaRPr lang="nl-BE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E76681D4-4EF6-1A95-9857-2A40EA78E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Voorkennis</a:t>
            </a:r>
            <a:endParaRPr lang="nl-BE" dirty="0"/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3D38C405-E8AE-3F64-93A0-374F554667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JavaScript</a:t>
            </a:r>
          </a:p>
          <a:p>
            <a:r>
              <a:rPr lang="en-GB" dirty="0"/>
              <a:t>GIT</a:t>
            </a:r>
          </a:p>
          <a:p>
            <a:r>
              <a:rPr lang="en-GB" dirty="0"/>
              <a:t>NodeJS</a:t>
            </a:r>
          </a:p>
          <a:p>
            <a:r>
              <a:rPr lang="en-GB" dirty="0"/>
              <a:t>NPM</a:t>
            </a:r>
            <a:endParaRPr lang="nl-BE" dirty="0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460B6AC4-1646-3FF9-6C03-626547679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 err="1"/>
              <a:t>Bijgeleerd</a:t>
            </a:r>
            <a:endParaRPr lang="nl-BE" dirty="0"/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5E26F2E9-5976-EB7D-E4B0-B65050A9334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AWS </a:t>
            </a:r>
          </a:p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E45A0-A9DA-D3A6-7A36-E7C5BE111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282CDF3-BEDD-40E0-8EEA-846FB9FA6309}" type="slidenum">
              <a:rPr lang="en-GB" altLang="ru-RU" b="0">
                <a:latin typeface="Calibri" panose="020F0502020204030204" pitchFamily="34" charset="0"/>
              </a:rPr>
              <a:pPr/>
              <a:t>2</a:t>
            </a:fld>
            <a:endParaRPr lang="en-GB" altLang="ru-RU" b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6551-B7E7-8FA5-E572-83E10F047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EA206E06-6204-80B6-4E0E-FDDF85B3D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5039791" cy="1155700"/>
          </a:xfrm>
        </p:spPr>
        <p:txBody>
          <a:bodyPr/>
          <a:lstStyle/>
          <a:p>
            <a:r>
              <a:rPr lang="en-US" dirty="0" err="1"/>
              <a:t>Valkuilen</a:t>
            </a:r>
            <a:endParaRPr lang="en-US" dirty="0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DB2C53CC-B5D7-DAC3-D806-5C7E6E19A4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44675"/>
            <a:ext cx="4751759" cy="3889375"/>
          </a:xfrm>
        </p:spPr>
        <p:txBody>
          <a:bodyPr/>
          <a:lstStyle/>
          <a:p>
            <a:r>
              <a:rPr lang="en-US" dirty="0"/>
              <a:t>AWS</a:t>
            </a:r>
          </a:p>
          <a:p>
            <a:r>
              <a:rPr lang="en-US" dirty="0"/>
              <a:t>SNS</a:t>
            </a:r>
          </a:p>
          <a:p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genoeg</a:t>
            </a:r>
            <a:r>
              <a:rPr lang="en-US" dirty="0"/>
              <a:t> om </a:t>
            </a:r>
            <a:r>
              <a:rPr lang="en-US" dirty="0" err="1"/>
              <a:t>hulp</a:t>
            </a:r>
            <a:r>
              <a:rPr lang="en-US" dirty="0"/>
              <a:t> </a:t>
            </a:r>
            <a:r>
              <a:rPr lang="en-US" dirty="0" err="1"/>
              <a:t>vragen</a:t>
            </a:r>
            <a:endParaRPr lang="en-US" dirty="0"/>
          </a:p>
        </p:txBody>
      </p:sp>
      <p:pic>
        <p:nvPicPr>
          <p:cNvPr id="11" name="Tijdelijke aanduiding voor inhoud 10">
            <a:extLst>
              <a:ext uri="{FF2B5EF4-FFF2-40B4-BE49-F238E27FC236}">
                <a16:creationId xmlns:a16="http://schemas.microsoft.com/office/drawing/2014/main" id="{3B1C21CB-9E86-AA3B-F8C7-1D4EE0C5419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5687616" y="-27385"/>
            <a:ext cx="3456384" cy="69127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435F-BCEB-81EB-747F-8A418376F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53188"/>
            <a:ext cx="2133600" cy="339725"/>
          </a:xfrm>
        </p:spPr>
        <p:txBody>
          <a:bodyPr wrap="square" anchor="t">
            <a:norm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fld id="{F282CDF3-BEDD-40E0-8EEA-846FB9FA6309}" type="slidenum">
              <a:rPr lang="en-GB" altLang="ru-RU" b="0"/>
              <a:pPr>
                <a:spcAft>
                  <a:spcPts val="600"/>
                </a:spcAft>
              </a:pPr>
              <a:t>3</a:t>
            </a:fld>
            <a:endParaRPr lang="en-GB" altLang="ru-RU" b="0"/>
          </a:p>
        </p:txBody>
      </p:sp>
    </p:spTree>
    <p:extLst>
      <p:ext uri="{BB962C8B-B14F-4D97-AF65-F5344CB8AC3E}">
        <p14:creationId xmlns:p14="http://schemas.microsoft.com/office/powerpoint/2010/main" val="528406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768C-4DF1-21E0-ED5C-233A06C80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ED238711-2EC4-3555-B856-480FC6F8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5039791" cy="1155700"/>
          </a:xfrm>
        </p:spPr>
        <p:txBody>
          <a:bodyPr/>
          <a:lstStyle/>
          <a:p>
            <a:r>
              <a:rPr lang="en-US" dirty="0"/>
              <a:t>Result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5393FD1C-CB5E-B01B-071A-D0F9D2A42F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8313" y="1844675"/>
            <a:ext cx="4751759" cy="3889375"/>
          </a:xfrm>
        </p:spPr>
        <p:txBody>
          <a:bodyPr/>
          <a:lstStyle/>
          <a:p>
            <a:r>
              <a:rPr lang="en-US" dirty="0"/>
              <a:t>1 </a:t>
            </a:r>
            <a:r>
              <a:rPr lang="en-US" dirty="0" err="1"/>
              <a:t>oefening</a:t>
            </a:r>
            <a:endParaRPr lang="en-US" dirty="0"/>
          </a:p>
          <a:p>
            <a:pPr lvl="1"/>
            <a:r>
              <a:rPr lang="en-US" dirty="0" err="1"/>
              <a:t>Lvl</a:t>
            </a:r>
            <a:r>
              <a:rPr lang="en-US" dirty="0"/>
              <a:t> 1 </a:t>
            </a:r>
          </a:p>
          <a:p>
            <a:r>
              <a:rPr lang="en-US" dirty="0" err="1"/>
              <a:t>Bezig</a:t>
            </a:r>
            <a:r>
              <a:rPr lang="en-US" dirty="0"/>
              <a:t> met</a:t>
            </a:r>
          </a:p>
          <a:p>
            <a:pPr lvl="1"/>
            <a:r>
              <a:rPr lang="en-US" dirty="0" err="1"/>
              <a:t>Lvl</a:t>
            </a:r>
            <a:r>
              <a:rPr lang="en-US" dirty="0"/>
              <a:t> 2</a:t>
            </a:r>
          </a:p>
          <a:p>
            <a:pPr lvl="1"/>
            <a:r>
              <a:rPr lang="en-US" dirty="0" err="1"/>
              <a:t>Lvl</a:t>
            </a:r>
            <a:r>
              <a:rPr lang="en-US" dirty="0"/>
              <a:t> 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17D6B-4F4F-00B5-0ED5-EEB0370D1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53188"/>
            <a:ext cx="2133600" cy="339725"/>
          </a:xfrm>
        </p:spPr>
        <p:txBody>
          <a:bodyPr wrap="square" anchor="t">
            <a:norm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fld id="{F282CDF3-BEDD-40E0-8EEA-846FB9FA6309}" type="slidenum">
              <a:rPr lang="en-GB" altLang="ru-RU" b="0"/>
              <a:pPr>
                <a:spcAft>
                  <a:spcPts val="600"/>
                </a:spcAft>
              </a:pPr>
              <a:t>4</a:t>
            </a:fld>
            <a:endParaRPr lang="en-GB" altLang="ru-RU" b="0"/>
          </a:p>
        </p:txBody>
      </p:sp>
    </p:spTree>
    <p:extLst>
      <p:ext uri="{BB962C8B-B14F-4D97-AF65-F5344CB8AC3E}">
        <p14:creationId xmlns:p14="http://schemas.microsoft.com/office/powerpoint/2010/main" val="4048180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678DC-33CE-A291-7C0C-DDAE0E4D8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EADFC814-B975-B0DA-2DC3-0F0A4B57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2104" y="2851150"/>
            <a:ext cx="5039791" cy="1155700"/>
          </a:xfrm>
        </p:spPr>
        <p:txBody>
          <a:bodyPr/>
          <a:lstStyle/>
          <a:p>
            <a:pPr algn="ctr"/>
            <a:r>
              <a:rPr lang="en-US" dirty="0" err="1"/>
              <a:t>Einde</a:t>
            </a:r>
            <a:r>
              <a:rPr lang="en-US" dirty="0"/>
              <a:t>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CB052-380D-F528-AA84-180BFECD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53188"/>
            <a:ext cx="2133600" cy="339725"/>
          </a:xfrm>
        </p:spPr>
        <p:txBody>
          <a:bodyPr wrap="square" anchor="t">
            <a:norm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fld id="{F282CDF3-BEDD-40E0-8EEA-846FB9FA6309}" type="slidenum">
              <a:rPr lang="en-GB" altLang="ru-RU" b="0"/>
              <a:pPr>
                <a:spcAft>
                  <a:spcPts val="600"/>
                </a:spcAft>
              </a:pPr>
              <a:t>5</a:t>
            </a:fld>
            <a:endParaRPr lang="en-GB" altLang="ru-RU" b="0"/>
          </a:p>
        </p:txBody>
      </p:sp>
    </p:spTree>
    <p:extLst>
      <p:ext uri="{BB962C8B-B14F-4D97-AF65-F5344CB8AC3E}">
        <p14:creationId xmlns:p14="http://schemas.microsoft.com/office/powerpoint/2010/main" val="481711161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Whale-From2">
      <a:dk1>
        <a:srgbClr val="FFFFFF"/>
      </a:dk1>
      <a:lt1>
        <a:srgbClr val="66FFFF"/>
      </a:lt1>
      <a:dk2>
        <a:srgbClr val="E8F5F5"/>
      </a:dk2>
      <a:lt2>
        <a:srgbClr val="8AE1FF"/>
      </a:lt2>
      <a:accent1>
        <a:srgbClr val="3C8C92"/>
      </a:accent1>
      <a:accent2>
        <a:srgbClr val="1196C5"/>
      </a:accent2>
      <a:accent3>
        <a:srgbClr val="52A2C6"/>
      </a:accent3>
      <a:accent4>
        <a:srgbClr val="00B4AF"/>
      </a:accent4>
      <a:accent5>
        <a:srgbClr val="54ABB4"/>
      </a:accent5>
      <a:accent6>
        <a:srgbClr val="007CA8"/>
      </a:accent6>
      <a:hlink>
        <a:srgbClr val="009999"/>
      </a:hlink>
      <a:folHlink>
        <a:srgbClr val="9AFEFE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D5E1F3"/>
        </a:lt2>
        <a:accent1>
          <a:srgbClr val="BC4417"/>
        </a:accent1>
        <a:accent2>
          <a:srgbClr val="CF9C1C"/>
        </a:accent2>
        <a:accent3>
          <a:srgbClr val="FFFFFF"/>
        </a:accent3>
        <a:accent4>
          <a:srgbClr val="404040"/>
        </a:accent4>
        <a:accent5>
          <a:srgbClr val="DAB0AB"/>
        </a:accent5>
        <a:accent6>
          <a:srgbClr val="BB8D18"/>
        </a:accent6>
        <a:hlink>
          <a:srgbClr val="E8C97C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986615"/>
        </a:lt2>
        <a:accent1>
          <a:srgbClr val="BF4413"/>
        </a:accent1>
        <a:accent2>
          <a:srgbClr val="FFAB21"/>
        </a:accent2>
        <a:accent3>
          <a:srgbClr val="FFFFFF"/>
        </a:accent3>
        <a:accent4>
          <a:srgbClr val="404040"/>
        </a:accent4>
        <a:accent5>
          <a:srgbClr val="DCB0AA"/>
        </a:accent5>
        <a:accent6>
          <a:srgbClr val="E79B1D"/>
        </a:accent6>
        <a:hlink>
          <a:srgbClr val="C5A379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4A1B17"/>
        </a:lt2>
        <a:accent1>
          <a:srgbClr val="C66C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DFBAAA"/>
        </a:accent5>
        <a:accent6>
          <a:srgbClr val="E6C013"/>
        </a:accent6>
        <a:hlink>
          <a:srgbClr val="FFDE93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9B6902"/>
        </a:lt2>
        <a:accent1>
          <a:srgbClr val="C75E00"/>
        </a:accent1>
        <a:accent2>
          <a:srgbClr val="FED416"/>
        </a:accent2>
        <a:accent3>
          <a:srgbClr val="FFFFFF"/>
        </a:accent3>
        <a:accent4>
          <a:srgbClr val="404040"/>
        </a:accent4>
        <a:accent5>
          <a:srgbClr val="E0B6AA"/>
        </a:accent5>
        <a:accent6>
          <a:srgbClr val="E6C013"/>
        </a:accent6>
        <a:hlink>
          <a:srgbClr val="EE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570301"/>
        </a:lt2>
        <a:accent1>
          <a:srgbClr val="D37E00"/>
        </a:accent1>
        <a:accent2>
          <a:srgbClr val="F5CB03"/>
        </a:accent2>
        <a:accent3>
          <a:srgbClr val="FFFFFF"/>
        </a:accent3>
        <a:accent4>
          <a:srgbClr val="404040"/>
        </a:accent4>
        <a:accent5>
          <a:srgbClr val="E6C0AA"/>
        </a:accent5>
        <a:accent6>
          <a:srgbClr val="DEB802"/>
        </a:accent6>
        <a:hlink>
          <a:srgbClr val="D860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713C0C"/>
        </a:lt2>
        <a:accent1>
          <a:srgbClr val="E4B058"/>
        </a:accent1>
        <a:accent2>
          <a:srgbClr val="FDD912"/>
        </a:accent2>
        <a:accent3>
          <a:srgbClr val="FFFFFF"/>
        </a:accent3>
        <a:accent4>
          <a:srgbClr val="404040"/>
        </a:accent4>
        <a:accent5>
          <a:srgbClr val="EFD4B4"/>
        </a:accent5>
        <a:accent6>
          <a:srgbClr val="E5C40F"/>
        </a:accent6>
        <a:hlink>
          <a:srgbClr val="E0630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953900"/>
        </a:lt2>
        <a:accent1>
          <a:srgbClr val="B65300"/>
        </a:accent1>
        <a:accent2>
          <a:srgbClr val="CE6A00"/>
        </a:accent2>
        <a:accent3>
          <a:srgbClr val="FFFFFF"/>
        </a:accent3>
        <a:accent4>
          <a:srgbClr val="404040"/>
        </a:accent4>
        <a:accent5>
          <a:srgbClr val="D7B3AA"/>
        </a:accent5>
        <a:accent6>
          <a:srgbClr val="BA5F00"/>
        </a:accent6>
        <a:hlink>
          <a:srgbClr val="F0A806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D87200"/>
        </a:lt2>
        <a:accent1>
          <a:srgbClr val="E29B07"/>
        </a:accent1>
        <a:accent2>
          <a:srgbClr val="EDBF03"/>
        </a:accent2>
        <a:accent3>
          <a:srgbClr val="FFFFFF"/>
        </a:accent3>
        <a:accent4>
          <a:srgbClr val="404040"/>
        </a:accent4>
        <a:accent5>
          <a:srgbClr val="EECBAA"/>
        </a:accent5>
        <a:accent6>
          <a:srgbClr val="D7AD02"/>
        </a:accent6>
        <a:hlink>
          <a:srgbClr val="7CA43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D24D06"/>
        </a:lt2>
        <a:accent1>
          <a:srgbClr val="E59709"/>
        </a:accent1>
        <a:accent2>
          <a:srgbClr val="E9AC24"/>
        </a:accent2>
        <a:accent3>
          <a:srgbClr val="FFFFFF"/>
        </a:accent3>
        <a:accent4>
          <a:srgbClr val="404040"/>
        </a:accent4>
        <a:accent5>
          <a:srgbClr val="F0C9AA"/>
        </a:accent5>
        <a:accent6>
          <a:srgbClr val="D39B20"/>
        </a:accent6>
        <a:hlink>
          <a:srgbClr val="F7B80B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CD5003"/>
        </a:lt2>
        <a:accent1>
          <a:srgbClr val="419DCF"/>
        </a:accent1>
        <a:accent2>
          <a:srgbClr val="BC1F1F"/>
        </a:accent2>
        <a:accent3>
          <a:srgbClr val="FFFFFF"/>
        </a:accent3>
        <a:accent4>
          <a:srgbClr val="404040"/>
        </a:accent4>
        <a:accent5>
          <a:srgbClr val="B0CCE4"/>
        </a:accent5>
        <a:accent6>
          <a:srgbClr val="AA1B1B"/>
        </a:accent6>
        <a:hlink>
          <a:srgbClr val="FFE42F"/>
        </a:hlink>
        <a:folHlink>
          <a:srgbClr val="FFE6C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DF2905"/>
        </a:lt2>
        <a:accent1>
          <a:srgbClr val="D05203"/>
        </a:accent1>
        <a:accent2>
          <a:srgbClr val="72A3E1"/>
        </a:accent2>
        <a:accent3>
          <a:srgbClr val="FFFFFF"/>
        </a:accent3>
        <a:accent4>
          <a:srgbClr val="404040"/>
        </a:accent4>
        <a:accent5>
          <a:srgbClr val="E4B3AA"/>
        </a:accent5>
        <a:accent6>
          <a:srgbClr val="6793CC"/>
        </a:accent6>
        <a:hlink>
          <a:srgbClr val="F3A10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ptx" id="{D2E0451A-544B-4067-954E-3EF80789FC49}" vid="{A413CAE1-DC75-4A25-A006-137EF9270E45}"/>
    </a:ext>
  </a:extLst>
</a:theme>
</file>

<file path=ppt/theme/theme2.xml><?xml version="1.0" encoding="utf-8"?>
<a:theme xmlns:a="http://schemas.openxmlformats.org/drawingml/2006/main" name="Custom Design">
  <a:themeElements>
    <a:clrScheme name="Whale-From2">
      <a:dk1>
        <a:srgbClr val="FFFFFF"/>
      </a:dk1>
      <a:lt1>
        <a:srgbClr val="66FFFF"/>
      </a:lt1>
      <a:dk2>
        <a:srgbClr val="E8F5F5"/>
      </a:dk2>
      <a:lt2>
        <a:srgbClr val="8AE1FF"/>
      </a:lt2>
      <a:accent1>
        <a:srgbClr val="3C8C92"/>
      </a:accent1>
      <a:accent2>
        <a:srgbClr val="1196C5"/>
      </a:accent2>
      <a:accent3>
        <a:srgbClr val="52A2C6"/>
      </a:accent3>
      <a:accent4>
        <a:srgbClr val="00B4AF"/>
      </a:accent4>
      <a:accent5>
        <a:srgbClr val="54ABB4"/>
      </a:accent5>
      <a:accent6>
        <a:srgbClr val="007CA8"/>
      </a:accent6>
      <a:hlink>
        <a:srgbClr val="009999"/>
      </a:hlink>
      <a:folHlink>
        <a:srgbClr val="9AFEFE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altLang="ru-RU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emplate.pptx" id="{D2E0451A-544B-4067-954E-3EF80789FC49}" vid="{1BC29D77-34BE-46C8-A91F-93CEC414D2E5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27</TotalTime>
  <Words>41</Words>
  <Application>Microsoft Office PowerPoint</Application>
  <PresentationFormat>Diavoorstelling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2</vt:i4>
      </vt:variant>
      <vt:variant>
        <vt:lpstr>Diatitels</vt:lpstr>
      </vt:variant>
      <vt:variant>
        <vt:i4>5</vt:i4>
      </vt:variant>
    </vt:vector>
  </HeadingPairs>
  <TitlesOfParts>
    <vt:vector size="12" baseType="lpstr">
      <vt:lpstr>Arial</vt:lpstr>
      <vt:lpstr>Calibri</vt:lpstr>
      <vt:lpstr>Roboto</vt:lpstr>
      <vt:lpstr>Roboto light</vt:lpstr>
      <vt:lpstr>Gulim</vt:lpstr>
      <vt:lpstr>template</vt:lpstr>
      <vt:lpstr>Custom Design</vt:lpstr>
      <vt:lpstr>Hack The Future</vt:lpstr>
      <vt:lpstr>Ervaring</vt:lpstr>
      <vt:lpstr>Valkuilen</vt:lpstr>
      <vt:lpstr>Result</vt:lpstr>
      <vt:lpstr>Einde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Levent GOVAERTS</dc:creator>
  <cp:lastModifiedBy>Levent GOVAERTS</cp:lastModifiedBy>
  <cp:revision>1</cp:revision>
  <dcterms:created xsi:type="dcterms:W3CDTF">2025-11-12T14:40:39Z</dcterms:created>
  <dcterms:modified xsi:type="dcterms:W3CDTF">2025-11-12T15:07:46Z</dcterms:modified>
</cp:coreProperties>
</file>